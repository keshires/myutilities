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266"/>
                </a:solidFill>
              </a:defRPr>
            </a:pPr>
            <a:r>
              <a:t>Agentic Coding — Workshop Applied to Daily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060"/>
                </a:solidFill>
              </a:defRPr>
            </a:pPr>
            <a:r>
              <a:t>BCG X Training  |  May 4 – June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8D4"/>
                </a:solidFill>
              </a:defRPr>
            </a:pPr>
            <a:r>
              <a:t>Workshop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36576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10"/>
                </a:solidFill>
              </a:defRPr>
            </a:pPr>
            <a:r>
              <a:t>✓  Foundations  (6/6)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92224"/>
            <a:ext cx="36576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10"/>
                </a:solidFill>
              </a:defRPr>
            </a:pPr>
            <a:r>
              <a:t>✓  Design → Plan → Implement  (4/4)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31136"/>
            <a:ext cx="36576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10"/>
                </a:solidFill>
              </a:defRPr>
            </a:pPr>
            <a:r>
              <a:t>✓  Change of Plans  (3/3)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70048"/>
            <a:ext cx="36576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724912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10"/>
                </a:solidFill>
              </a:defRPr>
            </a:pPr>
            <a:r>
              <a:t>✓  Extend the Agent  (1/3)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3657600" cy="384048"/>
          </a:xfrm>
          <a:prstGeom prst="rect">
            <a:avLst/>
          </a:prstGeom>
          <a:solidFill>
            <a:srgbClr val="F3F6FA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16382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02020"/>
                </a:solidFill>
              </a:defRPr>
            </a:pPr>
            <a:r>
              <a:t>○  Hackathon  (0/3)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47872"/>
            <a:ext cx="3657600" cy="384048"/>
          </a:xfrm>
          <a:prstGeom prst="rect">
            <a:avLst/>
          </a:prstGeom>
          <a:solidFill>
            <a:srgbClr val="E8F5E9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02736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10"/>
                </a:solidFill>
              </a:defRPr>
            </a:pPr>
            <a:r>
              <a:t>✓  Canary + SLIM  (1/2)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005840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8D4"/>
                </a:solidFill>
              </a:defRPr>
            </a:pPr>
            <a:r>
              <a:t>Applied in Daily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353312"/>
            <a:ext cx="7223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t>•  AI env setup, prompts &amp; PDLC concepts in daily Claude/Cursor use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t>•  Prod fixes — RiskCalc data loads, Credit Edge SF Sync, log root-cause analysis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t>•  Support docs, critical API monitoring, deploy SQL &amp; log validation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t>•  DocuProj started; portfolio KPI metrics &amp; release summaries for leadership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t>•  Legacy repo restored; skills for monthly monitoring — next: MCP &amp; hackathon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572000"/>
            <a:ext cx="11155680" cy="502920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Result: Critical prod issues resolved, backlog cleared, reusable tools started — during active release weeks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060"/>
                </a:solidFill>
              </a:defRPr>
            </a:pPr>
            <a:r>
              <a:t>project-understory-production.up.railway.app/workshop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6D4303-7C4E-D80B-9014-EBACFBCF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20D68F-4FBA-5277-B5B0-69C159117F0D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7B653A-7E45-FBDC-6AA3-B93FA5AD6FB0}"/>
              </a:ext>
            </a:extLst>
          </p:cNvPr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266"/>
                </a:solidFill>
              </a:defRPr>
            </a:pPr>
            <a:r>
              <a:t>Agentic Coding — Workshop Applied to Daily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4C96E-C4CB-D924-E3B1-463FD29E8E5B}"/>
              </a:ext>
            </a:extLst>
          </p:cNvPr>
          <p:cNvSpPr txBox="1"/>
          <p:nvPr/>
        </p:nvSpPr>
        <p:spPr>
          <a:xfrm>
            <a:off x="502920" y="62179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060"/>
                </a:solidFill>
              </a:defRPr>
            </a:pPr>
            <a:r>
              <a:t>BCG X Training  |  May 4 – June 13, 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9A6431-978C-8F69-0325-0526343E9092}"/>
              </a:ext>
            </a:extLst>
          </p:cNvPr>
          <p:cNvSpPr txBox="1"/>
          <p:nvPr/>
        </p:nvSpPr>
        <p:spPr>
          <a:xfrm>
            <a:off x="4434840" y="1005840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8D4"/>
                </a:solidFill>
              </a:defRPr>
            </a:pPr>
            <a:r>
              <a:t>Applied in Daily 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DC5464-0CF8-0802-80E6-BC028CB4E425}"/>
              </a:ext>
            </a:extLst>
          </p:cNvPr>
          <p:cNvSpPr txBox="1"/>
          <p:nvPr/>
        </p:nvSpPr>
        <p:spPr>
          <a:xfrm>
            <a:off x="997373" y="1371600"/>
            <a:ext cx="10017760" cy="2688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rPr dirty="0"/>
              <a:t>•  AI env setup, prompts &amp; PDLC concepts in daily Claude/Cursor </a:t>
            </a:r>
            <a:r>
              <a:rPr lang="en-US" dirty="0"/>
              <a:t>usage</a:t>
            </a:r>
            <a:endParaRPr dirty="0"/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rPr dirty="0"/>
              <a:t>•  Prod fixes — </a:t>
            </a:r>
            <a:r>
              <a:rPr lang="en-US" dirty="0"/>
              <a:t>Legacy Apps Support work with high productivity giving team the time for focusing on the high priority issues. (</a:t>
            </a:r>
            <a:r>
              <a:rPr dirty="0" err="1"/>
              <a:t>RiskCalc</a:t>
            </a:r>
            <a:r>
              <a:rPr dirty="0"/>
              <a:t> data loads, Credit Edge SF Sync, log root-cause analysis</a:t>
            </a:r>
            <a:r>
              <a:rPr lang="en-US" dirty="0"/>
              <a:t>)</a:t>
            </a:r>
            <a:endParaRPr dirty="0"/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rPr dirty="0"/>
              <a:t>•  Support docs, critical API monitoring, deploy SQL &amp; log validation</a:t>
            </a:r>
            <a:endParaRPr lang="en-US" dirty="0"/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rPr lang="en-US" dirty="0"/>
              <a:t>•  Portfolio KPI metrics &amp; release summaries for leadership</a:t>
            </a:r>
            <a:endParaRPr dirty="0"/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rPr dirty="0"/>
              <a:t>•  </a:t>
            </a:r>
            <a:r>
              <a:rPr lang="en-US" dirty="0"/>
              <a:t>Kicked off </a:t>
            </a:r>
            <a:r>
              <a:rPr dirty="0" err="1"/>
              <a:t>DocuProj</a:t>
            </a:r>
            <a:r>
              <a:rPr lang="en-US" dirty="0"/>
              <a:t> and in process of implementing the concepts we got trained.</a:t>
            </a:r>
            <a:r>
              <a:rPr dirty="0"/>
              <a:t> </a:t>
            </a:r>
            <a:endParaRPr lang="en-US" dirty="0"/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rPr dirty="0"/>
              <a:t>•  Legacy repo restored; skills for monthly monitoring </a:t>
            </a:r>
            <a:endParaRPr lang="en-US" dirty="0"/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202020"/>
                </a:solidFill>
              </a:defRPr>
            </a:pPr>
            <a:r>
              <a:rPr lang="en-US" dirty="0"/>
              <a:t>•  Next</a:t>
            </a:r>
            <a:r>
              <a:rPr dirty="0"/>
              <a:t>: </a:t>
            </a:r>
            <a:r>
              <a:rPr lang="en-US" dirty="0"/>
              <a:t>Work on identifying if we can create any Agents, </a:t>
            </a:r>
            <a:r>
              <a:rPr dirty="0"/>
              <a:t>MCP</a:t>
            </a:r>
            <a:r>
              <a:rPr lang="en-US" dirty="0"/>
              <a:t> for the projects for productivity.</a:t>
            </a:r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7963E3-B64E-E452-C573-13DB3EE6D910}"/>
              </a:ext>
            </a:extLst>
          </p:cNvPr>
          <p:cNvSpPr/>
          <p:nvPr/>
        </p:nvSpPr>
        <p:spPr>
          <a:xfrm>
            <a:off x="816187" y="4360334"/>
            <a:ext cx="11155680" cy="1702138"/>
          </a:xfrm>
          <a:prstGeom prst="rect">
            <a:avLst/>
          </a:prstGeom>
          <a:solidFill>
            <a:srgbClr val="003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en-US" sz="2000" dirty="0"/>
              <a:t>Productivity</a:t>
            </a:r>
            <a:r>
              <a:rPr sz="2000" dirty="0"/>
              <a:t>: </a:t>
            </a:r>
            <a:endParaRPr lang="en-US" sz="2000" dirty="0"/>
          </a:p>
          <a:p>
            <a:pPr marL="171450" indent="-171450">
              <a:buFont typeface="Arial" panose="020B0604020202020204" pitchFamily="34" charset="0"/>
              <a:buChar char="•"/>
              <a:defRPr sz="1200" b="1">
                <a:solidFill>
                  <a:srgbClr val="FFFFFF"/>
                </a:solidFill>
              </a:defRPr>
            </a:pPr>
            <a:r>
              <a:rPr sz="2000" dirty="0"/>
              <a:t>Critical prod issues resolved, </a:t>
            </a:r>
            <a:endParaRPr lang="en-US" sz="2000" dirty="0"/>
          </a:p>
          <a:p>
            <a:pPr marL="171450" indent="-171450">
              <a:buFont typeface="Arial" panose="020B0604020202020204" pitchFamily="34" charset="0"/>
              <a:buChar char="•"/>
              <a:defRPr sz="1200" b="1">
                <a:solidFill>
                  <a:srgbClr val="FFFFFF"/>
                </a:solidFill>
              </a:defRPr>
            </a:pPr>
            <a:r>
              <a:rPr lang="en-US" sz="2000" dirty="0"/>
              <a:t>B</a:t>
            </a:r>
            <a:r>
              <a:rPr sz="2000" dirty="0"/>
              <a:t>acklog cleared</a:t>
            </a:r>
            <a:endParaRPr lang="en-US" sz="2000" dirty="0"/>
          </a:p>
          <a:p>
            <a:pPr marL="171450" indent="-171450">
              <a:buFont typeface="Arial" panose="020B0604020202020204" pitchFamily="34" charset="0"/>
              <a:buChar char="•"/>
              <a:defRPr sz="1200" b="1">
                <a:solidFill>
                  <a:srgbClr val="FFFFFF"/>
                </a:solidFill>
              </a:defRPr>
            </a:pPr>
            <a:r>
              <a:rPr lang="en-US" sz="2000" dirty="0"/>
              <a:t>Productivity increased saving time from smaller tasks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 b="1">
                <a:solidFill>
                  <a:srgbClr val="FFFFFF"/>
                </a:solidFill>
              </a:defRPr>
            </a:pPr>
            <a:r>
              <a:rPr lang="en-US" sz="2000" dirty="0"/>
              <a:t>R</a:t>
            </a:r>
            <a:r>
              <a:rPr sz="2000" dirty="0"/>
              <a:t>eusable tools started — during active release weeks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2F9FD0-4272-38C5-E841-AF7A2C0C4EE1}"/>
              </a:ext>
            </a:extLst>
          </p:cNvPr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060"/>
                </a:solidFill>
              </a:defRPr>
            </a:pPr>
            <a:r>
              <a:t>project-understory-production.up.railway.app/workshop</a:t>
            </a:r>
          </a:p>
        </p:txBody>
      </p:sp>
    </p:spTree>
    <p:extLst>
      <p:ext uri="{BB962C8B-B14F-4D97-AF65-F5344CB8AC3E}">
        <p14:creationId xmlns:p14="http://schemas.microsoft.com/office/powerpoint/2010/main" val="317833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Widescreen</PresentationFormat>
  <Paragraphs>33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Sham Sunder Keshireddy (Moody's)</cp:lastModifiedBy>
  <cp:revision>2</cp:revision>
  <dcterms:created xsi:type="dcterms:W3CDTF">2013-01-27T09:14:16Z</dcterms:created>
  <dcterms:modified xsi:type="dcterms:W3CDTF">2026-06-15T19:39:49Z</dcterms:modified>
  <cp:category/>
</cp:coreProperties>
</file>